
<file path=[Content_Types].xml><?xml version="1.0" encoding="utf-8"?>
<Types xmlns="http://schemas.openxmlformats.org/package/2006/content-types">
  <Default Extension="jfif" ContentType="image/jpeg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58" r:id="rId5"/>
    <p:sldId id="259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A425" initials="E" lastIdx="1" clrIdx="0">
    <p:extLst>
      <p:ext uri="{19B8F6BF-5375-455C-9EA6-DF929625EA0E}">
        <p15:presenceInfo xmlns:p15="http://schemas.microsoft.com/office/powerpoint/2012/main" userId="EA425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79C7F6-5741-43E4-8DF4-9DB3EA5E8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45FDF19E-174F-4283-B067-0EC1A0EC9E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0D41EBFE-962C-42C6-9187-F46A96678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B3236E6-AD26-45CC-9D00-81746795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A6248E93-C935-4449-9696-66E796A9D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8160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9D14F0-7CB2-4D0B-B5DA-CAD0E7D36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D8DEC3-9B55-45D0-92B9-039AFDAD8C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C731C3B-95E0-446F-86A4-3611FA15C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62E2D46-AA02-4FA3-8627-90737BCF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0A8D8931-9176-49BB-B621-CD88F413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97109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36D8538-803C-45E7-8ECF-0598BFDA3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0C574CC-07F1-48CA-964B-3861ED1491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106E64C5-522F-4B5D-BC40-B23CFF4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FA3451EC-BFC2-4A6A-BF5D-FA902ECC7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C45D3E8-CCAF-4D4F-B434-4D187BE9E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9605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C0F9AF0-DB00-4A84-856C-98296B322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8E377C2-ECCA-49AC-94B6-CD44D59ED2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06BC3457-8D1F-4EBF-A425-03B9A1F35D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CB96AA27-93B5-453B-B406-8BE760D65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3292820F-E084-4333-9151-489B03925C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2FC8F66-3DB2-4F28-97CE-15901639E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015594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D8F694F-3A3D-4DC8-B35E-2E13AD430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13DE565E-5804-445E-85DE-0CCBD61AD2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C8AC5FCF-6B1D-43AA-90F7-0A930140DA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29D19E43-B5B2-47C1-9FA5-20A8AD71BC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CAE4996-9EC3-4DBA-89F7-D2ACDF1BD4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663787BC-904F-433C-841B-57489D909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FC92B07E-636D-41AE-9397-010650FFA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08D57643-76EB-4399-8C20-60E84C10DA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847060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DF68712-631A-4CCC-B780-F4291593B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0F101917-2142-4ACF-AD41-A01A3D685F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0438A37D-5342-4F2F-ADB5-7B565C654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15C92CD-067A-400E-ACA4-9F0A3F878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87208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EDC6D930-3CAB-4A20-B6D5-EC9E917A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BA5FB00A-1E64-453C-85F1-5576FD51B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CF90644-BF54-4AA8-81D6-A6347BEEE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3237062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EC1E186-80A7-4499-94D9-524777105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E3358907-CC32-42F6-832D-51E67EF137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43B98CD5-9A8C-4AD7-8673-D7E2D58272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7E7DF6A-976F-49D8-9AE4-88B258439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B2C0808C-358F-475E-B0A9-DC619A3171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87E206F-3D02-432A-B493-537CA9F7D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81757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736BB0-80D7-45BC-BADE-6DCB331E5D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AE9939DF-B45C-42E7-A24E-68D17B96A0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AF74876-DCA0-4548-B966-EAA619A12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3FE37B5E-B70A-41D7-B7CC-D32D1584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A381B3F2-AF11-4B74-A0D5-09BDC14A43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59FB362-1020-49A6-BC74-DBDE94FF73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5800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D4B9506-47AD-4C86-B24B-F608CC30C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5371853-0C2D-42BC-90E5-C00BBA5A87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F2F34B8-5E95-4591-A3D5-E039192003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E790D5-36FE-40E8-89D5-1DAC942F7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E06415BC-E6CB-4760-A871-489A7BC0F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58262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ECDB5DD7-4376-47FC-BA2B-F71A202943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D844FE8-3AB8-463A-9F8D-263CBF4F4F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D19107F2-4603-40FD-87E5-ACBDB2D3E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50C10842-46E9-458E-91D5-34752E909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5C984185-E541-4E4D-BF44-03FE60096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32536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AA0E8D64-4B81-49F3-B4F4-7D41142C9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928FCB5A-4FEB-4B62-84F0-3BD78DDBD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33BAD44-C4F5-402F-88FE-D44BCCF7B4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F5D52-4BB8-4BD5-ADA5-211586C2826A}" type="datetimeFigureOut">
              <a:rPr lang="cs-CZ" smtClean="0"/>
              <a:t>25.05.2026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6CF45105-D913-4513-B91C-587DD38E5D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CA7EA29D-62B5-43AB-82C1-AE8225DE84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71C838-BB78-48C0-ADEC-6E874EA1AF95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71968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fif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github.com/meirarc/Ultrasonic.git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rázek 4">
            <a:extLst>
              <a:ext uri="{FF2B5EF4-FFF2-40B4-BE49-F238E27FC236}">
                <a16:creationId xmlns:a16="http://schemas.microsoft.com/office/drawing/2014/main" id="{0922B81F-0F4B-4B2A-89FD-F928282C74E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42915"/>
            <a:ext cx="12192000" cy="9144000"/>
          </a:xfrm>
          <a:prstGeom prst="rect">
            <a:avLst/>
          </a:prstGeom>
        </p:spPr>
      </p:pic>
      <p:sp>
        <p:nvSpPr>
          <p:cNvPr id="2" name="Nadpis 1">
            <a:extLst>
              <a:ext uri="{FF2B5EF4-FFF2-40B4-BE49-F238E27FC236}">
                <a16:creationId xmlns:a16="http://schemas.microsoft.com/office/drawing/2014/main" id="{80A3158B-BAD2-438B-A7C8-A8CC7638DF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b="1" dirty="0"/>
              <a:t>RGB </a:t>
            </a:r>
            <a:r>
              <a:rPr lang="cs-CZ" b="1" dirty="0" err="1"/>
              <a:t>hádačka</a:t>
            </a:r>
            <a:endParaRPr lang="cs-CZ" b="1" dirty="0"/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3F353F6A-96AA-4AF6-BF36-C132185555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cs-CZ" sz="2800" b="1" dirty="0"/>
              <a:t>DIODA</a:t>
            </a:r>
          </a:p>
          <a:p>
            <a:r>
              <a:rPr lang="cs-CZ" sz="2800" b="1" dirty="0"/>
              <a:t>Klíš, </a:t>
            </a:r>
            <a:r>
              <a:rPr lang="cs-CZ" sz="2800" b="1" dirty="0" err="1"/>
              <a:t>Petrakovič</a:t>
            </a:r>
            <a:endParaRPr lang="cs-CZ" sz="2800" b="1" dirty="0"/>
          </a:p>
        </p:txBody>
      </p:sp>
    </p:spTree>
    <p:extLst>
      <p:ext uri="{BB962C8B-B14F-4D97-AF65-F5344CB8AC3E}">
        <p14:creationId xmlns:p14="http://schemas.microsoft.com/office/powerpoint/2010/main" val="9990225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F0D68FC-879A-4863-964A-9148A0812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Návrh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E789500-3A97-437D-B9DE-72693A598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Cíl – funkčnost</a:t>
            </a:r>
          </a:p>
          <a:p>
            <a:r>
              <a:rPr lang="cs-CZ" dirty="0"/>
              <a:t>Návrh – co nejjednodušší</a:t>
            </a:r>
          </a:p>
          <a:p>
            <a:r>
              <a:rPr lang="cs-CZ" dirty="0"/>
              <a:t>Pravidla: </a:t>
            </a:r>
          </a:p>
          <a:p>
            <a:pPr lvl="1"/>
            <a:r>
              <a:rPr lang="cs-CZ" sz="2000" dirty="0"/>
              <a:t>Mávni 2–10 cm před US senzorem pro spuštění hry</a:t>
            </a:r>
          </a:p>
          <a:p>
            <a:pPr lvl="1"/>
            <a:r>
              <a:rPr lang="pl-PL" sz="2000" dirty="0"/>
              <a:t>Zapamatuj si barvu na RGB LED</a:t>
            </a:r>
          </a:p>
          <a:p>
            <a:pPr lvl="1"/>
            <a:r>
              <a:rPr lang="cs-CZ" sz="2000" dirty="0"/>
              <a:t>Po zhasnutí LED nastav zapamatovanou barvu pomocí potenciometrů</a:t>
            </a:r>
          </a:p>
          <a:p>
            <a:pPr lvl="1"/>
            <a:r>
              <a:rPr lang="cs-CZ" sz="2000" dirty="0"/>
              <a:t>Na displeji se zobrazí tvoje skóre po vyhodnocení hry</a:t>
            </a:r>
            <a:endParaRPr lang="cs-CZ" sz="2800" dirty="0"/>
          </a:p>
        </p:txBody>
      </p:sp>
    </p:spTree>
    <p:extLst>
      <p:ext uri="{BB962C8B-B14F-4D97-AF65-F5344CB8AC3E}">
        <p14:creationId xmlns:p14="http://schemas.microsoft.com/office/powerpoint/2010/main" val="42074569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552F706-60CB-4D24-B027-0B4772CC7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HW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027E65-4EF6-4A97-AF5D-DF321C29B1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5519"/>
            <a:ext cx="10515600" cy="4591444"/>
          </a:xfrm>
        </p:spPr>
        <p:txBody>
          <a:bodyPr/>
          <a:lstStyle/>
          <a:p>
            <a:r>
              <a:rPr lang="cs-CZ" dirty="0"/>
              <a:t>Vstupní periferie</a:t>
            </a:r>
          </a:p>
          <a:p>
            <a:endParaRPr lang="cs-CZ" dirty="0"/>
          </a:p>
          <a:p>
            <a:endParaRPr lang="cs-CZ" dirty="0"/>
          </a:p>
          <a:p>
            <a:pPr marL="0" indent="0">
              <a:buNone/>
            </a:pPr>
            <a:endParaRPr lang="cs-CZ" dirty="0"/>
          </a:p>
          <a:p>
            <a:endParaRPr lang="cs-CZ" dirty="0"/>
          </a:p>
          <a:p>
            <a:r>
              <a:rPr lang="cs-CZ" dirty="0"/>
              <a:t>Výstupní periferie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7D05F660-D824-4D53-B6EC-DE6912EAB6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9754" y="2094204"/>
            <a:ext cx="2454042" cy="1633756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FA3075FF-4CE5-4191-B1F6-EEB20D601C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517" y="2158584"/>
            <a:ext cx="2454042" cy="1504996"/>
          </a:xfrm>
          <a:prstGeom prst="rect">
            <a:avLst/>
          </a:prstGeom>
        </p:spPr>
      </p:pic>
      <p:pic>
        <p:nvPicPr>
          <p:cNvPr id="9" name="Obrázek 8" descr="Obsah obrázku elektronika, nářadí, Elektronické inženýrství, elektronka&#10;&#10;Obsah vygenerovaný umělou inteligencí může být nesprávný.">
            <a:extLst>
              <a:ext uri="{FF2B5EF4-FFF2-40B4-BE49-F238E27FC236}">
                <a16:creationId xmlns:a16="http://schemas.microsoft.com/office/drawing/2014/main" id="{1458C34A-15B4-48EC-9A7A-DD5298BFF9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6466" y="4832257"/>
            <a:ext cx="1660618" cy="1660618"/>
          </a:xfrm>
          <a:prstGeom prst="rect">
            <a:avLst/>
          </a:prstGeom>
        </p:spPr>
      </p:pic>
      <p:pic>
        <p:nvPicPr>
          <p:cNvPr id="11" name="Obrázek 10">
            <a:extLst>
              <a:ext uri="{FF2B5EF4-FFF2-40B4-BE49-F238E27FC236}">
                <a16:creationId xmlns:a16="http://schemas.microsoft.com/office/drawing/2014/main" id="{60C3F2F7-AC43-4037-B945-A146126A41C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0517" y="4349750"/>
            <a:ext cx="214312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2322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A6730F5-5F7F-433C-BB8E-D774F09DB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Princip HC-SR04</a:t>
            </a:r>
          </a:p>
        </p:txBody>
      </p:sp>
      <p:pic>
        <p:nvPicPr>
          <p:cNvPr id="5" name="Zástupný obsah 4">
            <a:extLst>
              <a:ext uri="{FF2B5EF4-FFF2-40B4-BE49-F238E27FC236}">
                <a16:creationId xmlns:a16="http://schemas.microsoft.com/office/drawing/2014/main" id="{71D082F9-C4F6-45A8-B74E-3D0BCF7F8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585" y="1690688"/>
            <a:ext cx="7619749" cy="4554220"/>
          </a:xfrm>
        </p:spPr>
      </p:pic>
    </p:spTree>
    <p:extLst>
      <p:ext uri="{BB962C8B-B14F-4D97-AF65-F5344CB8AC3E}">
        <p14:creationId xmlns:p14="http://schemas.microsoft.com/office/powerpoint/2010/main" val="2134356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FC14B8C-11CC-4544-8DA1-C2CA8D2D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Schéma</a:t>
            </a:r>
          </a:p>
        </p:txBody>
      </p:sp>
      <p:pic>
        <p:nvPicPr>
          <p:cNvPr id="8" name="Obrázek 7">
            <a:extLst>
              <a:ext uri="{FF2B5EF4-FFF2-40B4-BE49-F238E27FC236}">
                <a16:creationId xmlns:a16="http://schemas.microsoft.com/office/drawing/2014/main" id="{CE5F91EB-8439-47F2-AF00-05B5AB3CF8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122" y="1248294"/>
            <a:ext cx="9548093" cy="5475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053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B0C7D85-672A-4CF2-905C-D8B26BA86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SW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CC30981-643C-4E84-8AB0-97AA06624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Stažené: </a:t>
            </a:r>
            <a:r>
              <a:rPr lang="cs-CZ" dirty="0" err="1"/>
              <a:t>Ultrasonic</a:t>
            </a:r>
            <a:r>
              <a:rPr lang="cs-CZ" dirty="0"/>
              <a:t> by </a:t>
            </a:r>
            <a:r>
              <a:rPr lang="cs-CZ" dirty="0" err="1"/>
              <a:t>meirarc</a:t>
            </a:r>
            <a:endParaRPr lang="cs-CZ" dirty="0"/>
          </a:p>
          <a:p>
            <a:pPr lvl="3"/>
            <a:r>
              <a:rPr lang="cs-CZ" b="0" dirty="0">
                <a:effectLst/>
                <a:latin typeface="Consolas" panose="020B0609020204030204" pitchFamily="49" charset="0"/>
                <a:hlinkClick r:id="rId2"/>
              </a:rPr>
              <a:t>https://github.com/meirarc/Ultrasonic.git</a:t>
            </a:r>
            <a:endParaRPr lang="cs-CZ" dirty="0"/>
          </a:p>
          <a:p>
            <a:endParaRPr lang="cs-CZ" dirty="0"/>
          </a:p>
          <a:p>
            <a:r>
              <a:rPr lang="cs-CZ" dirty="0"/>
              <a:t>Vlastní: 7_Segment</a:t>
            </a:r>
          </a:p>
          <a:p>
            <a:pPr lvl="3"/>
            <a:r>
              <a:rPr lang="cs-CZ" dirty="0"/>
              <a:t>Třídy, funkce</a:t>
            </a:r>
          </a:p>
        </p:txBody>
      </p:sp>
      <p:pic>
        <p:nvPicPr>
          <p:cNvPr id="9" name="Obrázek 8">
            <a:extLst>
              <a:ext uri="{FF2B5EF4-FFF2-40B4-BE49-F238E27FC236}">
                <a16:creationId xmlns:a16="http://schemas.microsoft.com/office/drawing/2014/main" id="{F904A0BA-1D09-488D-B0AE-01ABA9C0A4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718" r="19256" b="23326"/>
          <a:stretch/>
        </p:blipFill>
        <p:spPr>
          <a:xfrm>
            <a:off x="6970524" y="2709644"/>
            <a:ext cx="4600690" cy="4148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559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320829-4CEF-4B12-9073-5F3848B68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EXP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10B46F0-BC6E-4334-A948-F319012F99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nového – </a:t>
            </a:r>
            <a:r>
              <a:rPr lang="cs-CZ" dirty="0" err="1"/>
              <a:t>millis</a:t>
            </a:r>
            <a:r>
              <a:rPr lang="cs-CZ" dirty="0"/>
              <a:t>, práce s knihovnou, dokumentace</a:t>
            </a:r>
          </a:p>
          <a:p>
            <a:endParaRPr lang="cs-CZ" dirty="0"/>
          </a:p>
          <a:p>
            <a:r>
              <a:rPr lang="cs-CZ" dirty="0"/>
              <a:t>Šlo – kód, zapojení</a:t>
            </a:r>
          </a:p>
          <a:p>
            <a:endParaRPr lang="cs-CZ" dirty="0"/>
          </a:p>
          <a:p>
            <a:r>
              <a:rPr lang="cs-CZ" dirty="0"/>
              <a:t>Nešlo – Problémy, brzdy</a:t>
            </a:r>
          </a:p>
          <a:p>
            <a:endParaRPr lang="cs-CZ" dirty="0"/>
          </a:p>
          <a:p>
            <a:r>
              <a:rPr lang="cs-CZ" dirty="0"/>
              <a:t>Nástroje – </a:t>
            </a:r>
            <a:r>
              <a:rPr lang="cs-CZ" dirty="0" err="1"/>
              <a:t>PlatformIO</a:t>
            </a:r>
            <a:r>
              <a:rPr lang="cs-CZ" dirty="0"/>
              <a:t>, </a:t>
            </a:r>
            <a:r>
              <a:rPr lang="cs-CZ" dirty="0" err="1"/>
              <a:t>ChatGPT</a:t>
            </a:r>
            <a:r>
              <a:rPr lang="cs-CZ" dirty="0"/>
              <a:t>, GitHub </a:t>
            </a:r>
            <a:r>
              <a:rPr lang="cs-CZ" dirty="0" err="1"/>
              <a:t>Copilot</a:t>
            </a:r>
            <a:r>
              <a:rPr lang="cs-CZ" dirty="0"/>
              <a:t> (plugin </a:t>
            </a:r>
            <a:r>
              <a:rPr lang="cs-CZ" dirty="0" err="1"/>
              <a:t>VSCode</a:t>
            </a:r>
            <a:r>
              <a:rPr lang="cs-CZ" dirty="0"/>
              <a:t>), </a:t>
            </a:r>
            <a:r>
              <a:rPr lang="cs-CZ" dirty="0" err="1"/>
              <a:t>EasyEDA</a:t>
            </a:r>
            <a:r>
              <a:rPr lang="cs-CZ" dirty="0"/>
              <a:t> (schéma)</a:t>
            </a:r>
          </a:p>
        </p:txBody>
      </p:sp>
    </p:spTree>
    <p:extLst>
      <p:ext uri="{BB962C8B-B14F-4D97-AF65-F5344CB8AC3E}">
        <p14:creationId xmlns:p14="http://schemas.microsoft.com/office/powerpoint/2010/main" val="32440729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C5876D-72D3-4811-9CCF-5E86752D8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b="1" dirty="0"/>
              <a:t>Závěr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F6A5207-ECE3-45B4-BEF8-95DCCC5EAA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Co jinak? - Nic</a:t>
            </a:r>
          </a:p>
          <a:p>
            <a:endParaRPr lang="cs-CZ" dirty="0"/>
          </a:p>
          <a:p>
            <a:r>
              <a:rPr lang="cs-CZ" dirty="0"/>
              <a:t>Líbilo/Nelíbilo – ESP, práce s </a:t>
            </a:r>
            <a:r>
              <a:rPr lang="cs-CZ" dirty="0" err="1"/>
              <a:t>PlatformIO</a:t>
            </a:r>
            <a:endParaRPr lang="cs-CZ" dirty="0"/>
          </a:p>
          <a:p>
            <a:endParaRPr lang="cs-CZ" dirty="0"/>
          </a:p>
          <a:p>
            <a:r>
              <a:rPr lang="cs-CZ" dirty="0"/>
              <a:t>Původní návrh na 100%</a:t>
            </a:r>
          </a:p>
        </p:txBody>
      </p:sp>
    </p:spTree>
    <p:extLst>
      <p:ext uri="{BB962C8B-B14F-4D97-AF65-F5344CB8AC3E}">
        <p14:creationId xmlns:p14="http://schemas.microsoft.com/office/powerpoint/2010/main" val="962881653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138</Words>
  <Application>Microsoft Office PowerPoint</Application>
  <PresentationFormat>Širokoúhlá obrazovka</PresentationFormat>
  <Paragraphs>40</Paragraphs>
  <Slides>8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Consolas</vt:lpstr>
      <vt:lpstr>Motiv Office</vt:lpstr>
      <vt:lpstr>RGB hádačka</vt:lpstr>
      <vt:lpstr>Návrh</vt:lpstr>
      <vt:lpstr>HW</vt:lpstr>
      <vt:lpstr>Princip HC-SR04</vt:lpstr>
      <vt:lpstr>Schéma</vt:lpstr>
      <vt:lpstr>SW</vt:lpstr>
      <vt:lpstr>EXP</vt:lpstr>
      <vt:lpstr>Závěr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RGB hádačka</dc:title>
  <dc:creator>EA425</dc:creator>
  <cp:lastModifiedBy>EA425</cp:lastModifiedBy>
  <cp:revision>45</cp:revision>
  <dcterms:created xsi:type="dcterms:W3CDTF">2026-05-25T06:35:13Z</dcterms:created>
  <dcterms:modified xsi:type="dcterms:W3CDTF">2026-05-25T08:14:06Z</dcterms:modified>
</cp:coreProperties>
</file>